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A8C1"/>
    <a:srgbClr val="00708F"/>
    <a:srgbClr val="FEFB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58"/>
  </p:normalViewPr>
  <p:slideViewPr>
    <p:cSldViewPr snapToGrid="0">
      <p:cViewPr varScale="1">
        <p:scale>
          <a:sx n="116" d="100"/>
          <a:sy n="116" d="100"/>
        </p:scale>
        <p:origin x="1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E6913A-175C-A94C-B1F7-CF0FEF2C9593}" type="datetimeFigureOut">
              <a:rPr lang="en-US" smtClean="0"/>
              <a:t>7/22/24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59DB7-91FA-DB4A-B0C7-19E31C99F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9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59DB7-91FA-DB4A-B0C7-19E31C99F4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05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7ED7-E511-4745-BDF4-8E2B42E4BE7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422F-F315-624E-9A4A-07B1ADB2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19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7ED7-E511-4745-BDF4-8E2B42E4BE7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422F-F315-624E-9A4A-07B1ADB2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65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7ED7-E511-4745-BDF4-8E2B42E4BE7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422F-F315-624E-9A4A-07B1ADB2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5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7ED7-E511-4745-BDF4-8E2B42E4BE7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422F-F315-624E-9A4A-07B1ADB2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7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7ED7-E511-4745-BDF4-8E2B42E4BE7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422F-F315-624E-9A4A-07B1ADB2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6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7ED7-E511-4745-BDF4-8E2B42E4BE7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422F-F315-624E-9A4A-07B1ADB2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18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7ED7-E511-4745-BDF4-8E2B42E4BE7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422F-F315-624E-9A4A-07B1ADB2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8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7ED7-E511-4745-BDF4-8E2B42E4BE7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422F-F315-624E-9A4A-07B1ADB2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8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7ED7-E511-4745-BDF4-8E2B42E4BE7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422F-F315-624E-9A4A-07B1ADB2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2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7ED7-E511-4745-BDF4-8E2B42E4BE7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422F-F315-624E-9A4A-07B1ADB2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87ED7-E511-4745-BDF4-8E2B42E4BE7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8422F-F315-624E-9A4A-07B1ADB2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33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87ED7-E511-4745-BDF4-8E2B42E4BE72}" type="datetimeFigureOut">
              <a:rPr lang="en-US" smtClean="0"/>
              <a:t>7/22/24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8422F-F315-624E-9A4A-07B1ADB26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50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xagon 22">
            <a:extLst>
              <a:ext uri="{FF2B5EF4-FFF2-40B4-BE49-F238E27FC236}">
                <a16:creationId xmlns:a16="http://schemas.microsoft.com/office/drawing/2014/main" id="{DC713D59-B41C-34A8-BC53-1D09AEFA600A}"/>
              </a:ext>
            </a:extLst>
          </p:cNvPr>
          <p:cNvSpPr>
            <a:spLocks noChangeAspect="1"/>
          </p:cNvSpPr>
          <p:nvPr/>
        </p:nvSpPr>
        <p:spPr>
          <a:xfrm>
            <a:off x="0" y="2403581"/>
            <a:ext cx="4093649" cy="3529008"/>
          </a:xfrm>
          <a:prstGeom prst="hexagon">
            <a:avLst/>
          </a:prstGeom>
          <a:solidFill>
            <a:srgbClr val="CEA8C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3E288F16-6CA5-8215-7DAF-AB5684408341}"/>
              </a:ext>
            </a:extLst>
          </p:cNvPr>
          <p:cNvSpPr>
            <a:spLocks noChangeAspect="1"/>
          </p:cNvSpPr>
          <p:nvPr/>
        </p:nvSpPr>
        <p:spPr>
          <a:xfrm>
            <a:off x="5050353" y="2412131"/>
            <a:ext cx="4093649" cy="3529008"/>
          </a:xfrm>
          <a:prstGeom prst="hexagon">
            <a:avLst/>
          </a:prstGeom>
          <a:solidFill>
            <a:srgbClr val="00708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CCBB41F6-ADB4-597D-3295-9ED9E5483979}"/>
              </a:ext>
            </a:extLst>
          </p:cNvPr>
          <p:cNvSpPr>
            <a:spLocks noChangeAspect="1"/>
          </p:cNvSpPr>
          <p:nvPr/>
        </p:nvSpPr>
        <p:spPr>
          <a:xfrm>
            <a:off x="2525177" y="651221"/>
            <a:ext cx="4093649" cy="3529008"/>
          </a:xfrm>
          <a:prstGeom prst="hexagon">
            <a:avLst/>
          </a:prstGeom>
          <a:solidFill>
            <a:srgbClr val="FEFBC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E4358-B454-BA9A-858E-DE8B8504559D}"/>
              </a:ext>
            </a:extLst>
          </p:cNvPr>
          <p:cNvSpPr txBox="1"/>
          <p:nvPr/>
        </p:nvSpPr>
        <p:spPr>
          <a:xfrm>
            <a:off x="0" y="1025833"/>
            <a:ext cx="9144000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4000" b="1" dirty="0">
                <a:latin typeface="Bradley Hand ITC" panose="03070402050302030203" pitchFamily="66" charset="77"/>
              </a:rPr>
              <a:t>Certificate of Attendance</a:t>
            </a:r>
          </a:p>
          <a:p>
            <a:pPr algn="ctr">
              <a:spcAft>
                <a:spcPts val="1800"/>
              </a:spcAft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Certifies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Aft>
                <a:spcPts val="1800"/>
              </a:spcAft>
            </a:pPr>
            <a:r>
              <a:rPr lang="en-US" sz="4000" b="1" dirty="0">
                <a:latin typeface="Bradley Hand ITC" panose="03070402050302030203" pitchFamily="66" charset="77"/>
                <a:cs typeface="Calibri" panose="020F0502020204030204" pitchFamily="34" charset="0"/>
              </a:rPr>
              <a:t>Name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attended the Cascadia R Conference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virtually or in-person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June 22, 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DC4DDC-DB39-BF5F-B174-61BD9F7E7180}"/>
              </a:ext>
            </a:extLst>
          </p:cNvPr>
          <p:cNvSpPr txBox="1"/>
          <p:nvPr/>
        </p:nvSpPr>
        <p:spPr>
          <a:xfrm>
            <a:off x="5082853" y="3903544"/>
            <a:ext cx="40611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Certificate ID: 1LASTNAME2024 </a:t>
            </a:r>
          </a:p>
          <a:p>
            <a:pPr algn="ctr"/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Date of issue: 2024-07-22</a:t>
            </a:r>
          </a:p>
        </p:txBody>
      </p:sp>
      <p:pic>
        <p:nvPicPr>
          <p:cNvPr id="17" name="Picture 16" descr="A logo with a whale&#10;&#10;Description automatically generated">
            <a:extLst>
              <a:ext uri="{FF2B5EF4-FFF2-40B4-BE49-F238E27FC236}">
                <a16:creationId xmlns:a16="http://schemas.microsoft.com/office/drawing/2014/main" id="{3B8C6736-91E3-F874-2D14-6D4D8C047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136" y="3926568"/>
            <a:ext cx="1958131" cy="225968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ABCFF03-8234-4E28-DA9F-55E5AC9B4753}"/>
              </a:ext>
            </a:extLst>
          </p:cNvPr>
          <p:cNvGrpSpPr/>
          <p:nvPr/>
        </p:nvGrpSpPr>
        <p:grpSpPr>
          <a:xfrm>
            <a:off x="989204" y="3826600"/>
            <a:ext cx="2115239" cy="892552"/>
            <a:chOff x="694062" y="5005948"/>
            <a:chExt cx="2115239" cy="89255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7546343-A83F-455D-F8FC-336B44E92A8C}"/>
                </a:ext>
              </a:extLst>
            </p:cNvPr>
            <p:cNvSpPr txBox="1"/>
            <p:nvPr/>
          </p:nvSpPr>
          <p:spPr>
            <a:xfrm>
              <a:off x="694062" y="5005948"/>
              <a:ext cx="2115239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ochocib Script Latin Pro" panose="020F0502020204030204" pitchFamily="34" charset="0"/>
                  <a:cs typeface="Cochocib Script Latin Pro" panose="020F0502020204030204" pitchFamily="34" charset="0"/>
                </a:rPr>
                <a:t>Kim DM</a:t>
              </a:r>
            </a:p>
            <a:p>
              <a:pPr algn="ctr"/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Kim Dill-McFarland</a:t>
              </a:r>
            </a:p>
            <a:p>
              <a:pPr algn="ctr"/>
              <a:r>
                <a:rPr lang="en-US" sz="14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CascadiaR</a:t>
              </a:r>
              <a:r>
                <a:rPr 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committee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A9741A5-7237-44EC-7862-B1498092FC8A}"/>
                </a:ext>
              </a:extLst>
            </p:cNvPr>
            <p:cNvCxnSpPr/>
            <p:nvPr/>
          </p:nvCxnSpPr>
          <p:spPr>
            <a:xfrm>
              <a:off x="815247" y="5376231"/>
              <a:ext cx="187286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48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33</Words>
  <Application>Microsoft Macintosh PowerPoint</Application>
  <PresentationFormat>On-screen Show (4:3)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Bradley Hand ITC</vt:lpstr>
      <vt:lpstr>Calibri</vt:lpstr>
      <vt:lpstr>Cochocib Script Latin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 Dill-McFarland</dc:creator>
  <cp:lastModifiedBy>Kim Dill-McFarland</cp:lastModifiedBy>
  <cp:revision>5</cp:revision>
  <dcterms:created xsi:type="dcterms:W3CDTF">2024-07-22T15:35:49Z</dcterms:created>
  <dcterms:modified xsi:type="dcterms:W3CDTF">2024-07-22T15:56:36Z</dcterms:modified>
</cp:coreProperties>
</file>